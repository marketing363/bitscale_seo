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LangGraph pipelines sharing a common infrastructure layer. The Diagnosis TypedDict is the sole contract between them — serialized JSON, no hand edits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nodes total. a0 fetches/parses the URL. a1-a10 run in parallel (each writes to disjoint state keys). a11 synthesis merges everything into the Diagnosis TypedDict.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Diagnosis TypedDict bridges the two pipelines. Rebuild mode feeds directly from this; net_new mode skips it and starts from a seed keyword.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layers, 23 nodes. L0 research is parallel. L3 section drafters fan out per-section. L6 critic gate decides pass / route-back /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Route-back cap is configurable (default 2). Blockers owned by a layer re-enter at that layer's entry node. If cap is exceeded, EscalateToHuman is raised.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guardrails are pure string/regex/number analysis — zero model calls. Their tests pin product behavior. If an eval seed ships silently, stop and fix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Facts Ledger is the truth store. Conflicts between sources (GSC, Semrush, scraped) are surfaced for human resolution — never auto-picked.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Prevents cannibalization across pages. The cluster map defines pillar/spoke relationships. Intent contract ensures each page serves its designated query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profile ensures content sells from the brand's actual value props, not generic copy. Semrush provides real market data — stubs gracefully when no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Provider is switchable in config.yaml. Models never hard-coded in nodes. --fake swaps a ScriptedLLM for offline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are from the BUILD-SPEC and cannot be relaxed. They protect content quality and prevent hallucinated data from shipping.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/ GEO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Pipeline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Deck  • 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— Audit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live URL + optional GSC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Crawls, analyzes 10 dimensions in parallel, synthesizes a structured Diagnosis.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— Content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Diagnosis (rebuild) or a seed keyword (net-new).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layers, 23 nodes — from research to packaged content.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320040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JSON 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41605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192024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ledger.py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41605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guardrails.py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41605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41605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41605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— Audit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21945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GEO/AIO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21945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0" y="21945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08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31089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20240" y="3108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31089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108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108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A11y/Perf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1089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108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41148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 — Synthesis → Diagnosis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a1–a10 nodes run in parallel, writing disjoint state keys. a11 merges findings into a structured Diagnosis.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 — Pipeline Seam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sole contract between Pipeline A and Pipeline B.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JSON — no hand edits required.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8288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page URL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67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1671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page type (feature, guide, comparison…)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054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5054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query from GSC or inference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437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8437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Per-dimension scores (0-100)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821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defects[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1821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Severity-tagged defects with owning step &amp; fix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gap_entity_matrix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competitors cover that we miss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8587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8587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clicks, impressions, CTR, position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1970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root_causes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1970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page under-performs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5354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keep_list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45354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segments to preserve in rebuild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— Content Generation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1051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051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c0–c6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1051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source reconciliation, keyword/SERP, competitors, brand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9047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904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1490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c7–c8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14904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+ brief compiler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929384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A8A7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293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1929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1929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19293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with page-type contracts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36829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682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23682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23682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c10–c12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23682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Hook, section fan-out, FAQ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807208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0E749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807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2807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34640" y="28072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c13–c15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28072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E-E-A-T, media planning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2461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3246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34640" y="3246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c16–c18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3360" y="3246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merge, a11y, schema JSON-LD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68503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6850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25880" y="3685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834640" y="36850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c19–c21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23360" y="36850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critic, render critic, comparison judge → gate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123944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1239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25880" y="4123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834640" y="41239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023360" y="41239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content package output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nodes total  •  2 modes: rebuild (from Diagnosis) and net_new (from seed keyword)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Route-Back Mechanism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645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L3–L5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Verify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1371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Critics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c19 Fact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c20 Render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c21 Compare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0" y="164592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0" y="1645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Gate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310896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L7 Package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56616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→ Route back to owning layer (max 2×)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402336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EXCEEDED → Escalate to human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never verify their own output. c19/c20/c21 are structurally separate from c10–c12 drafters.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Deterministic, No LLM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flag_dont_fill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05156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unsourced numbers/stats in draft text. Any number not backed by a verified Fact = blocker.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545336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453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grounding_check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54533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cite a ledger fact via (fact:&lt;id&gt;) syntax. Missing or unverified refs are violations.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391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canonical_verify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0391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substring + number-in-context matching against fetched source pages. No LLM.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328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fact_diff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5328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vs ledger contradictions = blocker. Prevents hallucinated numbers from shipping.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26664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266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quantifier_check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02666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absolute words ("always", "never", "all") near unverified claims.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204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source_precedence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52044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auto-picks when sources conflict. Surfaces conflicts for human resolution.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014216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142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intent_boundary_check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401421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cannibalization gate — prevents page from hosting content owned by a sibling.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507992"/>
            <a:ext cx="80467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50799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intent_fit_check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450799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intent must match commercial intent contract from c2.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Ledger &amp; State Management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2560320"/>
          </a:xfrm>
          <a:prstGeom prst="roundRect">
            <a:avLst>
              <a:gd name="adj" fmla="val 428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Ledger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has: id, claim, value, source_url, verified_by, status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verified / VERIFY / conflict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are surfaced, never auto-resolved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precedence enforced — human picks winner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2560320"/>
          </a:xfrm>
          <a:prstGeom prst="roundRect">
            <a:avLst>
              <a:gd name="adj" fmla="val 428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ContentState (TypedDict)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typed fields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mirrors validate after every node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only additively — never remove fields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routing, keyword cluster, brand, outline, sections, draft, schema, quality spine, runlog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Spine — 5 Mechanisms (all model-free)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536192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3891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state validated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node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12848" y="4389120"/>
            <a:ext cx="1536192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2212848" y="43891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Ledger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77056" y="4389120"/>
            <a:ext cx="1536192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877056" y="43891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functions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41264" y="4389120"/>
            <a:ext cx="1536192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541264" y="43891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≠ Verifier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05472" y="4389120"/>
            <a:ext cx="1536192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205472" y="43891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unknowable facts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Governance &amp; Cluster 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2377440"/>
          </a:xfrm>
          <a:prstGeom prst="roundRect">
            <a:avLst>
              <a:gd name="adj" fmla="val 4615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+ spoke topology for site 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resolves: page_intent, delegate_list, host/link verdicts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L−1 rule: "link, don't host"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c9/c19 block sections owned by a sibling URL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mode when no map provided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2377440"/>
          </a:xfrm>
          <a:prstGeom prst="roundRect">
            <a:avLst>
              <a:gd name="adj" fmla="val 4615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Contract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governed by an intent_contract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builds it (content); a11 emits it (audit)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enforces: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Delivered-intent match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H1-keyword alignment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mirroring 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Delegated-link presence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governance is active only when cluster_map and/or GSC are supplied — single-page runs are no-ops.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Kit &amp; Research Layer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Profile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brand_profile.json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value props, ICP, objections, competitors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by c6, sold from by c7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brand-aware from strategy onward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 Research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HTTP API (SEMRUSH_API_KEY)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real volumes + keyword difficulty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real questions → PAA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c5: real ranking competitors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stub (volumes "unknown") with no key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Page-Type Structure Contracts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404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12848" y="3840480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212848" y="38404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77056" y="3840480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877056" y="38404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41264" y="3840480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541264" y="38404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05472" y="3840480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205472" y="38404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type has required blocks, schema @types, and word budgets — enforced at c8, c9, c18, c20.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Providers &amp; Hardening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claude_code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shells to local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-p CLI, no API key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ANTHROPIC_API_KEY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azure_openai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deployments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AZURE_OPENAI_* env vars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8046720" cy="347472"/>
          </a:xfrm>
          <a:prstGeom prst="roundRect">
            <a:avLst>
              <a:gd name="adj" fmla="val 15789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97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Judgment, strategy, critics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8046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08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work, section drafting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7947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duration/tokens/cost in runlog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warnings ($3/page, 15 min/page caps)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checkpointing + --resume from mid-run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nodes never re-run on resume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workspace isolation (per-account)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deterministic — no model calls, tests pin behavior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Ledger is append-only; conflicts surfaced, never auto-resolved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9659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never verify their own output (structural separation)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extends only additively — never remove TypedDict fields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from config.yaml only — never hard-coded in nodes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Build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Auto-publish or CMS writes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Fabricated reviews / aggregateRating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Auto-resolution of source conflicts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SEO/GEO Agentic Platform — Architecture Overview</dc:title>
  <dc:subject>PptxGenJS Presentation</dc:subject>
  <dc:creator>Sushant</dc:creator>
  <cp:lastModifiedBy>Sushant</cp:lastModifiedBy>
  <cp:revision>1</cp:revision>
  <dcterms:created xsi:type="dcterms:W3CDTF">2026-07-03T07:38:14Z</dcterms:created>
  <dcterms:modified xsi:type="dcterms:W3CDTF">2026-07-03T07:38:14Z</dcterms:modified>
</cp:coreProperties>
</file>