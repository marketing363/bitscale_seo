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0C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3108960"/>
            <a:ext cx="2926080" cy="2926080"/>
          </a:xfrm>
          <a:prstGeom prst="ellipse">
            <a:avLst/>
          </a:prstGeom>
          <a:solidFill>
            <a:srgbClr val="0F35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GEO · AI-CITATION · BACKLINK AUDIT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Regilient</a:t>
            </a:r>
            <a:pPr indent="0" marL="0">
              <a:lnSpc>
                <a:spcPct val="98000"/>
              </a:lnSpc>
              <a:buNone/>
            </a:pP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Audit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regilient.ai   ·   Prepared by Quilzy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8006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4800600"/>
            <a:ext cx="137617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0" name="Text 8"/>
          <p:cNvSpPr/>
          <p:nvPr/>
        </p:nvSpPr>
        <p:spPr>
          <a:xfrm>
            <a:off x="2432304" y="4800600"/>
            <a:ext cx="1376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9644" y="480060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2" name="Text 10"/>
          <p:cNvSpPr/>
          <p:nvPr/>
        </p:nvSpPr>
        <p:spPr>
          <a:xfrm>
            <a:off x="4009644" y="480060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06924" y="48006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4" name="Text 12"/>
          <p:cNvSpPr/>
          <p:nvPr/>
        </p:nvSpPr>
        <p:spPr>
          <a:xfrm>
            <a:off x="5106924" y="48006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July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8367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evidenced and independently verifiable.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fact-based audit, not a sales flyer. Every finding carries a confidence label and a one-line way to check it yourself. Numbers are pulled from Semrush + Moz (14 Jul 2026).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24912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directly on the live page, in search, or in the Semrush/Moz export.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996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000" y="27249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05833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600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competitors, from a named public source.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300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2724912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89137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8904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Directional; method stated. Confirm with the named live tool.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66047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2079" y="2724912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9724415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2079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professional opinion or proposed fix.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this pass: live page fetch, Google search (site: + category queries), Semrush + Moz. ESTIMATED items are confirmed with a live crawler / Ahrefs in a follow-up.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pPr indent="0" marL="0">
              <a:buNone/>
            </a:pPr>
            <a:r>
              <a:rPr lang="en-US" sz="1800" dirty="0">
                <a:solidFill>
                  <a:srgbClr val="9F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95528" y="3703320"/>
            <a:ext cx="210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coverage — but the rebrand reset your authority and AI doesn't yet name 'Regilient'.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9996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856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0113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28568" y="3703320"/>
            <a:ext cx="210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exists · AS 16 · traffic −19%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160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417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61608" y="3703320"/>
            <a:ext cx="210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brand · ChatGPT names you 0×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6047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4647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67215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294647" y="3703320"/>
            <a:ext cx="210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by rebrand · 58–166 RD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89204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89204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(Semrush + Moz, 14 Jul 2026):  DA 17 / AS 16  ·  58–166 ref. domains  ·  2.3K backlinks  ·  ~4K keywords  ·  organic traffic ~1.1K (−19%)  ·  5 AI mentions (ChatGPT 0)  ·  256 cited pages.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ONE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10578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Regilient has the hard part done — a real product, enterprise logos (Fluke, Kimball, LivaNova), and deep coverage across 70+ regulations. But the rebrand from Acquis Compliance split its identity: AI and the web still index the old name, authority reset to near-zero, and on “best RoHS / REACH compliance software” the answer is Assent, Source Intelligence and Sphera — not Regilient.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3886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category under your new name — before rivals lock it in.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 — KEEP THESE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5074920"/>
            <a:ext cx="3858768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07492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Keyword-rich meta + 70+ regulation pages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26864" y="5074920"/>
            <a:ext cx="4113886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9" name="Text 7"/>
          <p:cNvSpPr/>
          <p:nvPr/>
        </p:nvSpPr>
        <p:spPr>
          <a:xfrm>
            <a:off x="4626864" y="5074920"/>
            <a:ext cx="41138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logos (Fluke, Kimball, LivaNova)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41918" y="5074920"/>
            <a:ext cx="4283964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941918" y="5074920"/>
            <a:ext cx="4283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proof (85%+ response, 3–6 wk go-live)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YOU CAN CHECK YOURSELF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you can verify in 60 seconds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52674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652674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Garbled rebrand banner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marquee renders “acquis compliance is now regilient.ai” repeated ~16× in the DOM — a messy signal at the top of your most important page.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4314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0346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034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30061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430061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0346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company, three identities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00346" y="3657600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“Regilient”, “formerly Acquis Compliance”, and legal entity “Acquis Engineering LLP”; the footer's social links still point to LinkedIn /company/acquis-compliance.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1701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7733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377733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207447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7447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77733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knows the old brand, not the new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7733" y="3657600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queries return Assent / Source Intelligence / Sphera; “what is Regilient” is thin (5 AI mentions, ChatGPT 0). Semrush.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AI-CITATION  ·  38/100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knows Assent and Sphera — it doesn't yet know Regilient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463040"/>
                <a:gridCol w="393192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prompt (re-run to verify)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AI names instead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“best RoHS / REACH compliance software”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Assent, Source Intelligence, Sphera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“supply chain compliance / CMRT software”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Assent, Source Intelligence, Z2Data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is Regilient” (ChatGPT, Semrush)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mentions; may still say “Acquis”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“agentic / AI compliance platform”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named — category is unclaimed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4340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343400"/>
            <a:ext cx="105091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now shortlist through AI answers. A new brand that AI can't name — or names by its old identity — is a buyer building a shortlist you never make, right after a rebrand reset your visibility to zero.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58/100  ·  BACKLINKS 40/100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rebrand is capping your visibility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749040"/>
                <a:gridCol w="868680"/>
                <a:gridCol w="1874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costing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Garbled “acquis…now regilient.ai” banner (×16)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Messy top-of-page signal; dilutes new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identity (Regilient / Acquis / Acquis Engineering)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can't resolve the new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domain — authority reset (AS 16; traffic −19%)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authority; declining organic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schema (no Org sameAs / Product / FAQ / Review)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rich results; weak AI 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~5 AI brand mentions; ChatGPT names you 0×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crawled (256), brand not surfaced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89204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(measured): 2.3K links but only 58–166 referring domains and Authority Score 16 — thin and reset by the rebrand. The top source AI cites in your space is specialchem.com, not regilient.ai. Confirmed competitors: Assent (4,460 keywords) and Source Intelligence.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QUILZY FIXES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found on every surface buyers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is a discoverability platform: one hosted, AI-optimized newsroom on your own domain that gets your content cited everywhere people search — the fastest way to teach the web your new name.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your regulation pages with schema-rich, fast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996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6000" y="254203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60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600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600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cited by ChatGPT, Claude &amp; Perplexity as “Regilient”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9040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890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904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News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8904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as a newsroom for regulatory-update News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66047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2079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9322079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2079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2079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Auto-repurpose every post to your channels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hosted newsroom on your own domain — the fastest way to establish your new name.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Quilzy turns fixes into impressions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120640"/>
                <a:gridCol w="29260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Quilzy does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surface it opens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doesn't know the new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Per-post Organization schema (sameAs) stating “Regilient, formerly Acquis”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entity clarity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cited on category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AI-search-readable structure + JSON-LD so ChatGPT/Claude/Perplexity cite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schema (no Product/FAQ/Review)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JSON-LD incl. Product, FAQ, Review/AggregateRating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results in 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regulatory news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News-ready newsroom for SVHC/RoHS/PFAS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 &amp; Top Stories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posts index slowly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IndexNow pings engines the moment you publish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Faster, fuller indexation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pages / CWV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Lighthouse, &lt;1s first paint, global CDN — built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factor on all four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promise: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doesn't promise a rank. It removes every technical reason a page fails to get found, then reports impressions + AI-citation share as the headline metrics.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NAMED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competitors are mentioned — and you're not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651760"/>
                <a:gridCol w="28254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AI &amp; buyers trust (query it ranks for)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Who's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“Top 10 Supply Chain Compliance Software” — Gitnux, Supply Chain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Assent, Sphera, Source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“Best REACH / product compliance software” — Reglyr, Makersite, Z2Data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Assent, Source Intelligence, iPoint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/ Capterra / Software Advice compliance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Assent, Source Intelligence, Intelex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(new brand)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 Peer Insights / Verdantix EHS-ESG rankings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Sphera, Assent, Enablon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“Assent alternatives / competitors” pages (assent.com/compare)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Regilient counter-content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07492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lists and review sites are exactly what ChatGPT &amp; Perplexity cite for “best compliance software.” Regilient is on none — and its old identity (Acquis) barely appears.  (Verify: run each query, open each page.)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GETS YOU PRESENT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that closes the gap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  <a:gridCol w="38313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/ 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+ “alternative” pages (Regilient vs Assent / Source Intelligence)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rival + brand demand; AI-citable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the “agentic compliance” category term (define it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answers on a category you can claim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data / benchmark content (supplier response, PFAS readiness, CMRT cost)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AI-citation magnet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FAQ-schema explainers per regulation (What is SCIP? REACH SVHC)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AI Overviews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301-redirect old Acquis equity + re-earn citations as “Regilient”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side +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old authority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/ Capterra / Gartner profiles + reviews under the new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— complementary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AI-citation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split: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owns the AI-optimized, schema-rich content on regilient.ai — the citations you control. The 301 migration + analyst/review listings are complementary work we flag alongside.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Quilzy, not another plugin or agency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surface people search — done for you, on your own domain.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7D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usual 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Quilzy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SEO / GEO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 plugins to install, update &amp; secure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— schema, sitemaps, indexing,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days for a crawler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IndexNow pings engines the moment you publish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News surfaces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setup most teams never 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AI-search-ready + Google News schema, 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Inconsistent; stalls without a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draft search-first posts on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 slow the site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Lighthouse, &lt;1s paint, global CDN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Rented equity on a third-party subdomain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on your own domain — you keep the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COMPOUNDS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Sheetwa</a:t>
            </a:r>
            <a:pPr indent="0" marL="0">
              <a:buNone/>
            </a:pPr>
            <a:r>
              <a:rPr lang="en-US" sz="3000" b="1" dirty="0">
                <a:solidFill>
                  <a:srgbClr val="9F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one Quilzy content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46040" cy="2286000"/>
          </a:xfrm>
          <a:prstGeom prst="roundRect">
            <a:avLst>
              <a:gd name="adj" fmla="val 4800"/>
            </a:avLst>
          </a:prstGeom>
          <a:solidFill>
            <a:srgbClr val="0C2A4A"/>
          </a:solidFill>
          <a:ln w="12700">
            <a:solidFill>
              <a:srgbClr val="1745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86968" y="370332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AI-ENGINE IMPRESSIONS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286000"/>
            <a:ext cx="5346040" cy="2286000"/>
          </a:xfrm>
          <a:prstGeom prst="roundRect">
            <a:avLst>
              <a:gd name="adj" fmla="val 4800"/>
            </a:avLst>
          </a:prstGeom>
          <a:solidFill>
            <a:srgbClr val="0C2A4A"/>
          </a:solidFill>
          <a:ln w="12700">
            <a:solidFill>
              <a:srgbClr val="1745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4M+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598768" y="370332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IMPRESSIONS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8920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Quilzy-hosted content engine — compounding impressions across Google and AI answers, from a single blog on the client's own domain.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result per Quilzy reporting.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— SIZED TO YOUR BASELINE, NOT A GUESS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 you can expect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70048" y="2286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8EEF6"/>
          </a:solidFill>
          <a:ln/>
        </p:spPr>
      </p:sp>
      <p:sp>
        <p:nvSpPr>
          <p:cNvPr id="7" name="Text 5"/>
          <p:cNvSpPr/>
          <p:nvPr/>
        </p:nvSpPr>
        <p:spPr>
          <a:xfrm>
            <a:off x="2670048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brand invisible on category queries; AI still associates you with “Acquis”; authority reset by the rebrand.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50208" y="1965960"/>
            <a:ext cx="454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04208" y="196596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8528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months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07328" y="2286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07328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78528" y="288036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“Regilient” established as a clear entity (schema + content); comparison &amp; regulation pages indexed; first AI mentions of the new name.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87488" y="1965960"/>
            <a:ext cx="454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41487" y="196596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76200" dist="25400" dir="5400000">
              <a:srgbClr val="B8C4D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15807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months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344607" y="2286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10344607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15807" y="288036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in AI answers for regulation &amp; category queries; “agentic compliance” association building; impressions growing month over month.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9377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impact: from a post-rebrand identity reset to being named — under “Regilient” — where buyers actually search.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577840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size it: baseline your real Semrush + Search Console position in week 1, apply a conservative ramp, and re-forecast monthly against actuals — we commit to numbers only after the baseline, never before.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SCOPE KEEPS IT CREDIBLE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Quilzy owns vs. what stays your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3566160"/>
          </a:xfrm>
          <a:prstGeom prst="roundRect">
            <a:avLst>
              <a:gd name="adj" fmla="val 2308"/>
            </a:avLst>
          </a:prstGeom>
          <a:solidFill>
            <a:srgbClr val="CFFAFE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5740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OWNS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395728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&amp; discoverability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470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AI-optimized newsroom + blog on regilient.ai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Per-post JSON-LD: Organization (sameAs “Acquis”), Product, FAQ, Review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eligibility + AI-search readiness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IndexNow indexing + social repurposing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46040" cy="356616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587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05740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YOUR SIDE — WE FLAG, NOT HIDE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395728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rebrand + site hygiene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8768" y="2926080"/>
            <a:ext cx="470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garbled “acquis…now regilient.ai” banner (P1)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rebrand: unify names, LinkedIn + 301s (P1)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Claim/refresh G2, Capterra &amp; Gartner Peer Insights profiles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188720"/>
            <a:ext cx="3657600" cy="3657600"/>
          </a:xfrm>
          <a:prstGeom prst="ellipse">
            <a:avLst/>
          </a:prstGeom>
          <a:solidFill>
            <a:srgbClr val="0C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your new name take hold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Quilzy trial on regilient.ai/blog — we stand up 3–5 comparison + regulation-explainer posts under the new brand, add Organization/Product/FAQ schema tying “Regilient” to “formerly Acquis,” then baseline impressions + AI-citation share so you watch the new name take hold.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9377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7-day Quilzy trial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67328" y="4937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quilzy.com   ·   Free for 7 days · No credit 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— REUSE THIS DECK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guide: swap these for the next client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83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 &amp; domain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+ section headers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scores + verdict + baseline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43814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493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statement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slide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verify-in-60s findings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slide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0474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5102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prompts + who wins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matrix (hero)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883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backlink diagnosis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slide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you're missing” named sources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slide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343814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493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slide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stats (swap per pitch)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slide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50474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5102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lists + next-step CTA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CTA slides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swap the client-specific slides, keep the confidence labels honest, and re-pull the Semrush baseline before each pitch so every number is current and verifiable.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Regilient  ·  14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2026-07-15T06:59:45Z</dcterms:created>
  <dcterms:modified xsi:type="dcterms:W3CDTF">2026-07-15T06:59:45Z</dcterms:modified>
</cp:coreProperties>
</file>