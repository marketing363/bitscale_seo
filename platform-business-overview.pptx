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SEO / GEO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does. What it produces. Why it matters.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Overview  •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SEO audits take days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needs 2-3 days to audit one page across technical, content, authority, UX, and GEO dimensions.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rebuilds are inconsistent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writers produce different quality. Facts get fabricated. Brand voice drifts. No systematic verification.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changes everything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Perplexity, Gemini — pages need to be optimized for AI engines, not just Google. Most teams don't know how.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impossible manually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200-page site needs hundreds of hours. No agency can do this economically with consistent quality.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automated pipelines that work together: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Audit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any URL.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analyzes the page across 10 dimensions — technical SEO, content quality, GEO readiness, authority, UX, accessibility, and more.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complete diagnosis with scores, defects, and root causes.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Create Content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diagnosis (or a new keyword).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Researches, strategizes, outlines, drafts, verifies facts, checks quality — all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Ready-to-publish content package.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393192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connects them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handoff. The audit's findings feed directly into content creation.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 Audit Report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1051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Crawlability, indexing issues, canonical problems, page speed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7218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72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47218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tags, meta descriptions, headings, keyword usage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92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8928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and entities competitors cover that we're missing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13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AI 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3134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page performs in ChatGPT, Perplexity, Gemini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340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7340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profile, referring domains, link quality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54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1546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Expertise, Authoritativeness, Trust signals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75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Accessibility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57530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Vitals, mobile-friendliness, WCAG compliance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9592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95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99592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page actually answer what searchers are looking for?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scorecard (0-100 per dimension), prioritized defect list, root cause analysis, keep-list of content to preserve.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 Content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08960" y="105156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keyword, cluster, search volumes, difficulty scores, competitor gaps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733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Brief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6733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audience, angle, required sections, word budget, brand voice direction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95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 Draft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29514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page content — hook, body sections, FAQ — written in brand voice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169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91693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structured data (FAQPage, Article, etc.) ready to paste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387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Fact-Checked Sources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53872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linked to a verified source. No fabricated numbers.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41605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Image/video recommendations with alt text and placement guidance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Create Content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Mode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this existing page"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an audit diagnosis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what's working (keep-list)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identified defects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vs old version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underperforming 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Mode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brand new page"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 seed keyword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from scratch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strategy, brief, outline, draft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page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content gaps, new topics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produce the same verified, brand-aware content package.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Quality Safeguards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numbers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6616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 must trace back to a real source. Unsourced numbers are blocked automatically.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claims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factual claim must be grounded in verified data. The system catches and blocks unverified statements.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drafts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quality checks find problems, the system automatically re-drafts — up to 2 rounds before escalating to a human.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≠ Reviewer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971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writes the content is never the same one that reviews it. Structurally separated, like a newsroom.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enforced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profile (value props, ICP, differentiators) is loaded at the start. Content sells from your actual strengths.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scope creep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4251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has a defined intent. The system prevents content from straying into topics owned by other pages.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&amp; Brand Support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domain gets its own workspace with: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value props, ICP, objections, competitors — unique per client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12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2128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Pillar/spoke page relationships — prevents cannibalization across pages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712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87121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 performance data — clicks, impressions, rankings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95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5295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and content run saved — resume, compare, track progress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87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Types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41879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pages, guides, comparisons — each with tailored structure and word budgets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Into Our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2471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workspace, upload brand profile, connect GSC, define cluster 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audit on key pages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 per URL — produces diagnosis with scores and defects in minutes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from diagnosis or net-new from keywords — content package per page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package. The system flags anything it's unsure about for your decision.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content to CMS. The platform never auto-publishes — humans always decide.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SEO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dimensions analyzed in minutes, not days. Consistent quality every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Generic AI writing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verified against real sources. Brand voice enforced. No hallucinations.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SEO tools (Semrush, Ahrefs)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data — produces ready-to-publish content. Audit + creation in one pipeline.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Other AI content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GEO-native: optimized for AI search engines, not just Google. Intent governance prevents cannibalization.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pipeline (10 dimensions)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04241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42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441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rebuild from diagnosis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38074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3807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82496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8249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content from keyword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71907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020824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20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 integration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205740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0574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3591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research (volumes, KD, competitors)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239572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3957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697480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697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workspaces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273405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734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035808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035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governance &amp; cluster maps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30723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374136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3741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mid-run (checkpointing)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341071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3410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712464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7124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Page-type structure contracts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374904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749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050792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050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 per run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32320" y="408736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4087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automated tests passing. All phases complete.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SEO/GEO Platform — What It Does</dc:title>
  <dc:subject>PptxGenJS Presentation</dc:subject>
  <dc:creator>Sushant</dc:creator>
  <cp:lastModifiedBy>Sushant</cp:lastModifiedBy>
  <cp:revision>1</cp:revision>
  <dcterms:created xsi:type="dcterms:W3CDTF">2026-07-03T08:01:16Z</dcterms:created>
  <dcterms:modified xsi:type="dcterms:W3CDTF">2026-07-03T08:01:16Z</dcterms:modified>
</cp:coreProperties>
</file>