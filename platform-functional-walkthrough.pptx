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GEO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Functional Walkthrough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stage. Every input and output. Every decision point.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Reference  •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&amp;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3-5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533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533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Pipeline — What It Analyzes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6-13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92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792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— The Bridge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7922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14-15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31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2311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— Research Phase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16-20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700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— Strategy &amp; Outline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21-23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— Drafting &amp; Verification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24-27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47872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47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547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— Assembly &amp; Critics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28-31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86784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867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39867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Spine &amp; Safeguards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32-34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425696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256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44256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Features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4256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35-37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pipelines, one contract, shared infrastructure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or Keyword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097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97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0" y="1097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097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097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0" y="1097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of entry: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URL → Audit → Diagnosis → 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Fix underperforming existing pages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elements, fixes defects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Mode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Seed keyword → Content (no audit)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Create pages for new topics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from scratch, no existing page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the sole contract between pipelines — Pipeline A produces it, Pipeline B consumes 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 structures validated after every step. ~50 fields tracking everything from keyword research to final schema markup. Grows additively — fields are never removed.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270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Ledger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52704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of every fact used. Tracks source, confidence, and provenance. Conflicts are surfaced to humans, never auto-resolved.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854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18541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deterministic checks (no AI involved). Catch fabricated stats, ungrounded claims, source conflicts, scope violations. Run automatically, block bad content.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437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84378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(strong AI for judgment, fast AI for volume), cost budgets ($3/page, 15 min/page), word limits per page type, research settings — all centralized.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021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5021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instruction is a versioned template. Consistent behavior across runs. No hard-coded prompts buried in logic.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41605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integration for search volumes, keyword difficulty, competitor rankings, People Also Ask. Falls back gracefully when no API key.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steps analyzing a URL across 10 dimensions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Pipeline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URL Intake → 10 Parallel Analyzers → Synthesis → Diagnosis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0" y="118872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188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(a1)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27248" y="118872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127248" y="1188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(a2)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42816" y="118872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42816" y="1188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Gaps (a3)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58384" y="118872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358384" y="1188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 (a4)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73952" y="118872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188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Features (a5)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16916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(a6)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27248" y="16916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127248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(a7)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42816" y="16916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242816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Signals (a8)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58384" y="16916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358384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&amp; Perf (a9)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73952" y="16916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(a10)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89520" y="1280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72400" y="12801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280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(a11)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design: all 10 analyzers run in parallel for speed. Each produces independent findings.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7432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(a0)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27432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URL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432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HTML, response headers, robots, sitemap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0906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(a1)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68880" y="30906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headers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0906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issues, canonicals, redirects, page speed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4381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(a2)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68880" y="34381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43814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meta, headings, keyword density scores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78561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Gaps (a3)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68880" y="378561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SERP data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37856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entities, topics competitors cover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1330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 (a4)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41330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query data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41330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alignment score, mismatch details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4805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Features (a5)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68880" y="44805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SERP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44805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snippet eligibility, PAA matches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46888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Analyzers (continued)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(a6)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8229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URL + backlink data   |   Out: Referring domains, link quality, authority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gracefully to stub/not-assessed when no backlink API available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(a7)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5361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HTML + author data   |   Out: Experience, expertise, authority, trust signals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author bios, credentials, bylines, about pages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9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Signals (a8)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2494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HTML + CWV data   |   Out: Core Web Vitals, mobile score, layout shift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LCP, FID, CLS against Google thresholds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62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&amp; Perf (a9)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9626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HTML   |   Out: WCAG violations, missing alt text, contrast issues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accessibility checks — not a full manual audit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(a10)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6758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GSC data (if available)   |   Out: Click trends, impression data, position changes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zero-click rule wired in: flags pages losing clicks to AI answers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(a11)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4389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All 10 analyzer outputs   |   Out: Unified Diagnosis document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findings, scores dimensions 0-100, prioritizes defects, identifies root causes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Technical SEO Analyzer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checks: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rules, meta robots tags, X-Robots headers, noindex/nofollow detection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tags (self-referencing, cross-domain), alternate/hreflang, sitemap inclusion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1945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chains (301/302/307), redirect loops, HTTP→HTTPS enforcement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6974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response time (TTFB), render-blocking resources, image optimization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2004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meta tag, responsive design signals, mobile-specific issues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703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JSON-LD/microdata, schema validation errors, missing required properties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2062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enforcement, mixed content, security headers (HSTS, CSP)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are deterministic heuristics. LLM enrichment deliberately deferred for reliability.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Content Gaps &amp; GEO/AIO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Gap Analysis (a3)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page against top-ranking competitors to find: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entities — concepts/products/terms that competitors cover but this page doesn't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 sections — topics touched but not covered deeply enough vs. competition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Q&amp;A — questions searchers ask (People Also Ask) that the page doesn't answer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Info-gain hypotheses — unique information this page could add that nobody else has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AIO Readiness (a4b + a10)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page perform in AI search engines?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citation readiness — is content structured so ChatGPT/Perplexity/Gemini can cite it?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Zero-click impact — is the page losing traffic to AI-generated answers?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Intent-match scoring — does the page answer the actual query, not just contain keywords?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Query mirroring — does the H1 reflect the search query naturally?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E-E-A-T &amp; Authority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Assessment (a7)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experience signals, original photos, case studies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credentials, bio, certifications, relevant qualifications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recognition, industry reputation, expert endorsements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citations, editorial standards, contact info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Analysis (a6)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Referring domain count and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 velocity (gaining or losing links?)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Anchor text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Competitor backlink comparison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Internal linking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Authority analyzer degrades gracefully to "not-assessed" when no backlink API is connected.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and Authority findings feed directly into the content strategy — the system knows what trust signals to add.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UX, Accessibility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Signals (a8)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Web Vitals: LCP, FID/INP, CLS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Mobile-friendliness and viewport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Above-the-fold content assessment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Navigation and internal linking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Reading level and scannability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Performance (a9)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WCAG 2.1 AA compliance checks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 text coverage for images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Color contrast ratios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Heading hierarchy (skip levels)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ARIA landmark usage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Integration (a10)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Google Search Console is connected, the system pulls real performance data: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trends over time — is the page growing or declining?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Impression and position data — where does it rank and for what queries?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AIO zero-click detection — flags pages losing traffic to AI-generated answers in search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coverage — which queries is the page appearing for vs. missing?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Scoring &amp;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scored 0–100. The synthesis step (a11) produces: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234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per dimension with letter grades. Identifies weakest areas.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list of specific issues found (e.g., 'missing canonical tag', 'thin H2 section on pricing').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240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page underperforms — not just symptoms but underlying causes.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Entity Matrix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7432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topics competitors cover that this page is missing.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246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elements that are working well and should be preserved in any rebuild.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749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metrics: clicks, impressions, CTR, average position (when connected).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Contract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2519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page's defined purpose: primary query, page type, target intent (for governance).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that connects audit findings to content creation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Document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is the sole handoff between the two pipelines. It contains everything the content pipeline needs.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being rebuilt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https://siftly.ai/chatgpt-visibility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5910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page this 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91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feature_page, guide, comparison, landing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primary_query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993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search query to 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brand visibility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per audit dimension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95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technical: 72, content: 45, geo: 38 …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7980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list of issues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980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[{type:'thin_section', severity:'high', …}]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gap_entity_matrix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topics &amp; entities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['prompt engineering', 'citation format']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root_causes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602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page underperforms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02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'Content doesn't match search intent'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keep_list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005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preserve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['hero testimonial', 'pricing table']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074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4407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metrics if available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clicks: 120, impressions: 8400, pos: 14.2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net-new mode, no Diagnosis exists — the content pipeline works from a seed keyword + inputs.json instead.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Pipeline: Research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Gathering data before any writing begins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Phase (Layer 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research steps run before any content is written: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— Load Diagnosis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Diagnosis (rebuild) or seed inputs (net-new). Populates state with defects, keep-list, and target query.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Fetch Current Page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673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live URL (rebuild only). Extracts current content so the system knows what exists.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03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Classify Intent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2037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page's purpose: informational, commercial, transactional, navigational. Builds intent contract.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34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Keyword Research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7340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search volumes, keyword difficulty, related terms from Semrush. Builds the keyword cluster.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Question Research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3264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People Also Ask questions, FAQ opportunities. Maps questions to content sections.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— Competitor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top-ranking pages for the target query. Identifies structural patterns and content gaps.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32511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— Load Brand Profile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4325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brand profile (features, value props, ICP, objections). Content will sell from these strengths.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Detail: Keywords &amp; Competitors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 (c3)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Semrush Analytics HTTP API: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search volume for primary + related keywords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difficulty scores (0-100)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Related keyword suggestions for cluster building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data (seasonal patterns)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API key: honest fallback — volumes shown as "unknown", keyword difficulty as "not assessed". Never fabricates numbers.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 (c5)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top SERP results for target query: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structure (headings, sections, word count)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Entity coverage (what topics do they cover?)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angles and differentiators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freshness and update frequency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gap matrix: what competitors cover that we're missing → feeds directly into the content brief.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&amp; Governance (c2)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cluster map is provided, c2 resolves each page's intent against the site topology. The "link, don't host" rule prevents content cannibalization: if a topic belongs to a sibling page, the system links to it instead of writing about it. Each page gets an intent_contract that governs all downstream content.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Detail: Brand Profile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content is written with your brand's selling brief loaded.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product actually does — capabilities, integrations, technical specs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describes real features, not generic AI platitudes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38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outcomes you deliver — time saved, revenue gained, risk reduced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leads with outcomes, not feature lists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883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6883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sell to — industry, company size, job titles, pain 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083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speaks to the right audience in their 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438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pushback — price, competition, switching cost, trust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581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pre-empts objections naturally in the narrative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0" y="4187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compete against — their positioning, your differentiators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5079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positions against alternatives without naming them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Detail: Questions &amp; PAA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Also Ask and FAQ research (c4) identifies what real searchers want to know.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Collects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PAA questions from Google SERP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Related questions from Semrush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Question intent 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 ranking by search volume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Gap identification (unanswered questions)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Used Downstream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FAQ section in content brief (c8)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47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Outline section planning (c9)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Schema.org FAQPage generation (c18)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SERP feature targeting (snippets)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Content completeness verification (c19)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output: The content pipeline now has keyword data, competitor analysis, brand context, PAA questions, and intent classification — all before a single word is written.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Pipeline: Strategy &amp; Outline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1-2 — Planning the content before drafting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 (Layer 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— Content Strategy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angle, positioning, and differentiation for this page. Uses brand profile to find selling angles. Decides: what's the one thing this page should convince the reader of?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Keyword cluster, competitor analysis, brand profile, diagnosis defects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content_strategy: angle, differentiation, target_conviction, positioning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 — Content Brief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detailed writing brief: target audience, required sections, word budget, tone, FAQ list, media needs. Enforces page-type structure contracts (e.g., a feature page must have hero, problem, solution, social proof, CTA).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Strategy, page_type contracts, research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content_brief: sections list, word_budget, required_blocks, FAQ targets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Outline (Layer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— Build Outline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full section-by-section outline for the page. Each section specifies: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Section heading and purpose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 budget for that section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20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Key points and entities to cover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76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research findings to incorporate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brand selling points apply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Intent boundary check — blocks sections owned by sibling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Page-Type Structure Contracts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type (feature page, guide, comparison, landing page) has required structural blocks and word budgets: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page: hero + problem + solution + social_proof + CTA (1500-2500 words)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Guide: intro + main_sections + examples + faq + conclusion (2000-3500 words)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Comparison: intro + criteria + comparison_table + verdict (1500-2000 words)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outline must include all required blocks or the system flags a structural violation.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Pipeline: Drafting &amp; Verification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3-4 — Writing, then independently checking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Drafting (Layer 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 — Section Drafting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each section of the outline one by one. Uses the brief, research, brand profile, and (in rebuild) the keep-list to preserve good existing content.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Outline, brief, research, brand profile  →  Out: Section-by-section draft 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— Section Stitching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section drafts into a cohesive single document. Ensures transitions, narrative flow, and consistent voice across the full article.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All section drafts  →  Out: Full article draft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c12 — Polish &amp; Refine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writing pass: tightens prose, improves readability, checks word budget compliance, ensures the opening hook is compelling.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Full draft  →  Out: Polished draft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design: writers never verify their own output. Verification is always a separate step by a separate process.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 (Layer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verification steps — none by the system that wrote the content: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105156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c13 — Fact Verification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every factual claim in the draft against the Facts Ledger. Flags unsourced statistics, unverified numbers, and claims not backed by research.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Verification report: each claim marked verified/unverified/flagged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137160" cy="105156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 — Source Citation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sources are real, current, and accurately cited. Checks URLs, publication dates, and whether the cited source actually supports the claim made.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90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Citation report: each source validated/flagged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566160"/>
            <a:ext cx="137160" cy="105156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c15 — Guardrail Pre-Check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deterministic guardrails early to catch problems before the expensive assembly steps. Catches fabricated data, ungrounded claims, source conflicts.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793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Guardrail results: pass/fail per check with specific violations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Deterministic Guardrails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involved — these are rule-based checks that catch specific problems automatically.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flag_dont_fill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0972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fabricated fill data — fake stats, made-up percentages, placeholder numbers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grounding_check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factual claim traces to a real source in the Facts Ledger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canonical_verify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canonical URLs and prevents self-referencing errors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fact_diff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4688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draft facts against source facts — catches drift and distortion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quantifier_check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9260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vague quantifiers ('many', 'most', 'significant') that should be specific numbers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source_precedence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33832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source hierarchy: primary &gt; secondary &gt; tertiary. Resolves conflicts by rank.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intent_boundary_check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840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content that strays into topics owned by sibling pages (cluster-level)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97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intent_fit_check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draft matches the intent contract — right query, right page type, right focus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tests are pinned — if a known poison slips through, the system stops and the guardrail is fixed. Never relax guardrails.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Pipeline: Assembly &amp; Critics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5-7 — Final assembly, quality gates, and packaging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Assembly (Layer 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 — Meta Tags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SEO meta title and description. Optimizes for click-through rate and keyword relevance. Respects character limits.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meta_title (≤60 chars), meta_description (≤160 chars)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c17 — Internal Links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internal links to/from this page. Uses cluster map to identify linking opportunities. Avoids orphan pages.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internal_links: [{anchor, target_url, context}]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c18 — Schema Markup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JSON-LD structured data appropriate for the page type. Article, FAQPage, HowTo, Product — validated against schema.org.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schema_json: valid JSON-LD ready to paste into &lt;head&gt;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Critics (Layer 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critics review the complete content package: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c19 — Content Quality Critic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Factual accuracy, completeness vs brief, brand voice compliance, keyword integration, intent match, H1-query mirroring, delegated links present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PASS / FAIL with specific issues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c20 — Structure &amp; UX Critic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Page-type required blocks present, word budget compliance, heading hierarchy, scannability, media recommendations, schema 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PASS / FAIL with structural defects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c21 — Final Comparison (rebuild only)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New vs old: is the rebuild actually better? Checks that nothing valuable was lost from the keep-list. Skipped in net-new mode.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PASS / FAIL with regression warnings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gate combines c19 + c20 + c21 verdicts. All must pass for the content to proceed to packaging.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Route-Back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critics find problems, the system automatically sends content back for revision.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28016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280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owning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28016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80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Re-draft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280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280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human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1280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1280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280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0" y="12801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critic returns FAIL, the critic_gate sends the content back to the layer that owns the problem. Content issues → Layer 3 (re-draft). Structural issues → Layer 2 (re-outline). Research issues → Layer 0 (re-research).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Route-back cap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 rounds of route-back per layer. If the content still fails after 2 attempts, the system escalates to a human reviewer instead of looping forever.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re-run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affected layer and downstream steps re-run. Completed research (Layer 0) is never re-done. The route-back is targeted, not a full restart.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says "nine AI engines" but the Facts Ledger says eight → fact_diff catches it → route-back to Layer 3 → re-draft with corrected fact → critics pass → packaging.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Spine &amp; Safeguards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mechanisms that prevent bad content from shipping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Quality Mechanisms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 Validation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fields validated after every step. State only grows (additive). If any node produces invalid state, the pipeline stops immediately.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Facts Ledger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tracked with source and provenance. Conflicts surfaced to humans, never auto-resolved. No fact can be silently overwritten.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rule-based checks (no AI). Catch fabricated data, ungrounded claims, scope violations. Tests are pinned — known poisons must always be caught.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≠ Verifier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writes content (c10-c12) is never the one that verifies it (c13-c15, c19-c21). Structurally separated like a newsroom editor/reporter split.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Route-back escalation, permission-gated testimonials (structurally excluded when permission:false), human review before any publish.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Ledger &amp; Source Tracking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in the system is tracked: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fact_text — the actual claim or data 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99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 — where it came from (Semrush, competitor page, brand profile, GSC)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550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source_type — primary (first-hand data), secondary (third-party), tertiary (inferred)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11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confidence — high/medium/low based on source 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added_by — which pipeline step added this fact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conflicts — if another fact contradicts this one, both are surfaced (never auto-resolved)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prevents: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statistics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2004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grounding_check requires every number to trace to a ledger entry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distortion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6118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fact_diff compares draft text against original source 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claims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0233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surfaced — human decides which version is correct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claims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4348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quantifier_check flags vague claims ('many users') that should cite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Features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Multi-domain, cost tracking, checkpointing, and hard rules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109728" cy="73152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Workspaces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gets isolated config, brand profile, cluster map, GSC connection, and run history. `run.py account add example.com` scaffolds a new workspace.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45920"/>
            <a:ext cx="109728" cy="73152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logs tokens used, duration, and cost. Budgets: $3/page, 15 min/page. Warnings at 80% budget. Full cost breakdown per node in the run 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109728" cy="73152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&amp; Resume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saved to SQLite after every node. If a run crashes mid-way, `--resume runs/&lt;timestamp&gt;` picks up exactly where it left off. Completed nodes never re-run.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91840"/>
            <a:ext cx="109728" cy="73152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a timestamped output folder: the content package, run log with per-node timing/cost, and all intermediate artifacts.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114800"/>
            <a:ext cx="109728" cy="73152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AI (judgment calls, strategy) vs Fast AI (volume work, drafting). Provider switchable: Claude CLI (default, no API key), Anthropic SDK, or Azure OpenAI.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— Never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auto-publish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914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never writes to a CMS or publishes content. Humans always review and publish manually.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reviews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5727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aggregateRating, no generated testimonials. Reviews and social proof come from real sources only.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auto-resolution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2311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sources conflict, both are surfaced. The system never silently picks one — humans decide.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8895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choices come from config.yaml. Easy to switch providers or upgrade models without code changes.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 relaxation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5478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guardrail test catches a poison, the guardrail is fixed — never disabled. If content is too short, fix the prompt, not the check.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CMS writes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4206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produces files. It never connects to or writes to any content management system.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SEO/GEO Platform — Functional Walkthrough</dc:title>
  <dc:subject>PptxGenJS Presentation</dc:subject>
  <dc:creator>Sushant</dc:creator>
  <cp:lastModifiedBy>Sushant</cp:lastModifiedBy>
  <cp:revision>1</cp:revision>
  <dcterms:created xsi:type="dcterms:W3CDTF">2026-07-03T08:01:17Z</dcterms:created>
  <dcterms:modified xsi:type="dcterms:W3CDTF">2026-07-03T08:01:17Z</dcterms:modified>
</cp:coreProperties>
</file>